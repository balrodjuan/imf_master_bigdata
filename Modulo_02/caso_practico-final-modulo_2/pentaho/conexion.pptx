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C9D80-506F-A366-C9EE-A04B15DD8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AB7E6E-BFF6-C885-22B4-2FC084CAA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61DC8-93A8-0028-78D8-40382FD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B32242-5948-816A-3BB4-C365DF40B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F2C85E-8465-1ECB-E187-A5CCB431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4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F425C-9AE3-5BAA-83AC-951ACADC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FF79D1-F68B-E678-5321-F563D234D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0456E4-082D-E0D5-4FA2-981C2EF8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77F80-BC83-43E7-C8BA-5679FB29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473276-7750-E957-4EF9-987787F0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0894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00998-7444-440C-D705-832FD69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D82329-19FB-3174-9B4D-3E7EB5E3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C0265C-EF47-AB2C-C191-B7CDB0A0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103E5-72E5-043A-BA5A-6B3AB0C3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7B95A9-4BB2-7AD9-707C-A6548824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45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037D4-FA90-2C17-C225-CDB69543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66AE3B-38C8-389A-FEF5-ADBA0B391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772DB5-A466-5143-C52D-30EB4ACAC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DFD3B5-5BD7-746C-7DD4-1D02CB456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A09CF4-DB86-306A-BF33-65724474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62FBB5-2B29-F10E-D4C8-9B2DA4A1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42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4A06B-4603-7FD2-897C-3FE110ED2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B0A08C-0F4E-AE2C-DBE1-6B64D6906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A4FD2D-7C34-5366-370F-E5099AD8D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D8FAE0-5C03-EC09-CAAC-DEDE9082E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82A494-D3D4-BFDF-D977-10D48DA82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35F441-D720-83AB-B02A-E30E942C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43D1A1-5B02-29F9-DD8E-3BEB54ED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88BB78-CF6A-904D-F65E-B96BB6CE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263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E71CB-ABA9-ED4B-8EBE-A4260D03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AC22A4-CFB5-89AC-C61A-7B435CDA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EB8760-2C8D-6CB1-742A-E0511EF9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B83305-5FDA-8AE6-41D1-C61EEE05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17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002A2AD-D3DB-3C5C-B79D-41725D3F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DA2A5A-EE71-E448-A0D9-9D9E61E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A0D5D1-C530-B292-2854-539F290D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519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1A53C-B57F-C3E5-01C8-409FB2425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19367E-C397-DF00-F968-3C7712DB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DCAD35-16D8-2676-B2F7-D73322623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6E4769-203B-6393-774B-21C588C5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DF3519-5632-9896-DDE1-649F757B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F7C316-7277-E458-3306-B037A42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234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477B2-F6F5-1F6E-29A7-507D11F0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D9B565-2C27-C566-A14B-49A1389D2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F48455-1C42-CAAC-6D14-3A8C0F71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F9C726-D714-FAF6-BDB3-6C2423CFC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D1C4DE-F269-9D2F-26C2-C4A7AE1C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ED8625-89E9-0389-8C0A-8CB5EA922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1264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592DC-BCCF-F381-DFAE-5D27DFC03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9F998-92D4-EFC2-68CD-98CE502A9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0BE014-24C3-624C-E75B-84CE98B25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49A1B1-04BC-E886-10C9-91983C76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32E750-29F1-8226-F86E-03D8A1F7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12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553D4F-1445-F520-82CF-FFA3EB410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1886C0-C1BE-1497-5006-CED78E3FA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B357E-9ACC-D77F-C21A-4D005BC4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7B8C3B-4815-C373-AEB8-45546B3B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793E3-FA93-19CE-6111-08C2E952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87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8A9166-CD6C-335E-6AC7-48652382A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BA4936-05E3-F449-08DD-57C78F8A6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98EF19-F405-92B7-8AA6-8F77EAAAD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C5642-D673-4BB1-8E30-AB21DD069669}" type="datetimeFigureOut">
              <a:rPr lang="es-ES" smtClean="0"/>
              <a:t>23/03/2025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1B5802-5D25-73A2-E024-A3A4CA31D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8B1CD3-FA30-7D35-5F95-81E2FEDE6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F0EB1-04AD-4EAF-8BFB-20EB92E8DD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1658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AD3EEFE-76CE-CB8D-D1A8-E3F70A9FD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7651"/>
            <a:ext cx="12073715" cy="6587613"/>
          </a:xfrm>
        </p:spPr>
      </p:pic>
    </p:spTree>
    <p:extLst>
      <p:ext uri="{BB962C8B-B14F-4D97-AF65-F5344CB8AC3E}">
        <p14:creationId xmlns:p14="http://schemas.microsoft.com/office/powerpoint/2010/main" val="34786233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J Rodriguez B</dc:creator>
  <cp:lastModifiedBy>Juan J Rodriguez B</cp:lastModifiedBy>
  <cp:revision>1</cp:revision>
  <dcterms:created xsi:type="dcterms:W3CDTF">2025-03-23T15:11:23Z</dcterms:created>
  <dcterms:modified xsi:type="dcterms:W3CDTF">2025-03-23T20:04:30Z</dcterms:modified>
</cp:coreProperties>
</file>